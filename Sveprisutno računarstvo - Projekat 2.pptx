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6" r:id="rId2"/>
    <p:sldId id="259" r:id="rId3"/>
    <p:sldId id="260" r:id="rId4"/>
    <p:sldId id="265" r:id="rId5"/>
    <p:sldId id="261" r:id="rId6"/>
    <p:sldId id="266" r:id="rId7"/>
    <p:sldId id="263" r:id="rId8"/>
    <p:sldId id="267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125" d="100"/>
          <a:sy n="125" d="100"/>
        </p:scale>
        <p:origin x="1512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81B9A-2622-471D-AFDB-EC8C272BAC5C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3659A9-2044-4656-BCC8-7507CFDDA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196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3659A9-2044-4656-BCC8-7507CFDDA9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460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A836A-52F5-4CAE-91B9-5EE85764AC9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45C3-9F9F-46B1-803A-F66E029E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91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A836A-52F5-4CAE-91B9-5EE85764AC9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45C3-9F9F-46B1-803A-F66E029E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607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A836A-52F5-4CAE-91B9-5EE85764AC9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45C3-9F9F-46B1-803A-F66E029E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685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A836A-52F5-4CAE-91B9-5EE85764AC9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45C3-9F9F-46B1-803A-F66E029E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476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A836A-52F5-4CAE-91B9-5EE85764AC9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45C3-9F9F-46B1-803A-F66E029E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94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A836A-52F5-4CAE-91B9-5EE85764AC9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45C3-9F9F-46B1-803A-F66E029E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51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A836A-52F5-4CAE-91B9-5EE85764AC9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45C3-9F9F-46B1-803A-F66E029E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06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A836A-52F5-4CAE-91B9-5EE85764AC9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45C3-9F9F-46B1-803A-F66E029E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363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A836A-52F5-4CAE-91B9-5EE85764AC9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45C3-9F9F-46B1-803A-F66E029E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363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A836A-52F5-4CAE-91B9-5EE85764AC9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45C3-9F9F-46B1-803A-F66E029E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12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A836A-52F5-4CAE-91B9-5EE85764AC9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45C3-9F9F-46B1-803A-F66E029E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24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B5A836A-52F5-4CAE-91B9-5EE85764AC9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ED6B45C3-9F9F-46B1-803A-F66E029E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44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0731E-23E0-AEB7-52BD-BD5699AA0D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Sveprisutno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sr-Latn-RS" dirty="0" err="1"/>
              <a:t>čunarstvo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E3DE19-2AAC-0B88-FBA0-3CE77E99E3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 dirty="0"/>
              <a:t>Student: Anja Tonsa Milovanović, br. indeksa 1815</a:t>
            </a:r>
          </a:p>
          <a:p>
            <a:r>
              <a:rPr lang="sr-Latn-RS" dirty="0"/>
              <a:t>Mentor: prof. dr Dragan Stojanović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320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EAD356-7F4E-5946-1BAF-570077AB4D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/>
              <a:t>Projekat </a:t>
            </a:r>
            <a:r>
              <a:rPr lang="en-US" dirty="0"/>
              <a:t>2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B6F85F8-CEBC-E55D-EF7B-0B90422447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IoT </a:t>
            </a:r>
            <a:r>
              <a:rPr lang="en-US" dirty="0" err="1"/>
              <a:t>aplikacija</a:t>
            </a:r>
            <a:r>
              <a:rPr lang="en-US" dirty="0"/>
              <a:t> za </a:t>
            </a:r>
            <a:r>
              <a:rPr lang="en-US" dirty="0" err="1"/>
              <a:t>glasovno</a:t>
            </a:r>
            <a:r>
              <a:rPr lang="en-US" dirty="0"/>
              <a:t>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ML </a:t>
            </a:r>
            <a:r>
              <a:rPr lang="en-US" dirty="0" err="1"/>
              <a:t>detekciju</a:t>
            </a:r>
            <a:r>
              <a:rPr lang="en-US" dirty="0"/>
              <a:t> </a:t>
            </a:r>
            <a:r>
              <a:rPr lang="en-US" dirty="0" err="1"/>
              <a:t>događaja</a:t>
            </a:r>
            <a:r>
              <a:rPr lang="en-US" dirty="0"/>
              <a:t> </a:t>
            </a:r>
            <a:r>
              <a:rPr lang="en-US" dirty="0" err="1"/>
              <a:t>pomoću</a:t>
            </a:r>
            <a:r>
              <a:rPr lang="en-US" dirty="0"/>
              <a:t> Arduino Nano 33 BLE Sense Lite </a:t>
            </a:r>
            <a:r>
              <a:rPr lang="en-US" dirty="0" err="1"/>
              <a:t>i</a:t>
            </a:r>
            <a:r>
              <a:rPr lang="en-US" dirty="0"/>
              <a:t> Raspberry Pie 4</a:t>
            </a:r>
          </a:p>
        </p:txBody>
      </p:sp>
    </p:spTree>
    <p:extLst>
      <p:ext uri="{BB962C8B-B14F-4D97-AF65-F5344CB8AC3E}">
        <p14:creationId xmlns:p14="http://schemas.microsoft.com/office/powerpoint/2010/main" val="426833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2225A-F635-4102-B731-521B44F9E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Korišćene</a:t>
            </a:r>
            <a:r>
              <a:rPr lang="en-US" dirty="0"/>
              <a:t> </a:t>
            </a:r>
            <a:r>
              <a:rPr lang="en-US" dirty="0" err="1"/>
              <a:t>tehnologije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97D4-5DB9-4A14-7E85-60EA124EB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b="1" dirty="0" err="1"/>
              <a:t>Hardver</a:t>
            </a:r>
            <a:br>
              <a:rPr lang="en-US" sz="3600" b="1" dirty="0"/>
            </a:br>
            <a:br>
              <a:rPr lang="en-US" b="1" dirty="0"/>
            </a:br>
            <a:r>
              <a:rPr lang="en-US" b="1" dirty="0"/>
              <a:t>Arduino Nano 33 BLE Sense Lite</a:t>
            </a:r>
          </a:p>
          <a:p>
            <a:pPr marL="0" indent="0">
              <a:buNone/>
            </a:pPr>
            <a:r>
              <a:rPr lang="en-US" dirty="0" err="1"/>
              <a:t>Ugrađeni</a:t>
            </a:r>
            <a:r>
              <a:rPr lang="en-US" dirty="0"/>
              <a:t> moduli </a:t>
            </a:r>
            <a:r>
              <a:rPr lang="en-US" dirty="0" err="1"/>
              <a:t>korišćeni</a:t>
            </a:r>
            <a:r>
              <a:rPr lang="en-US" dirty="0"/>
              <a:t> u </a:t>
            </a:r>
            <a:r>
              <a:rPr lang="en-US" dirty="0" err="1"/>
              <a:t>projektu</a:t>
            </a:r>
            <a:r>
              <a:rPr lang="en-US" dirty="0"/>
              <a:t>:</a:t>
            </a:r>
          </a:p>
          <a:p>
            <a:r>
              <a:rPr lang="en-US" b="1" dirty="0" err="1"/>
              <a:t>Mikrofon</a:t>
            </a:r>
            <a:r>
              <a:rPr lang="en-US" b="1" dirty="0"/>
              <a:t> (PDM)</a:t>
            </a:r>
            <a:r>
              <a:rPr lang="sr-Latn-RS" b="1" dirty="0"/>
              <a:t> - </a:t>
            </a:r>
            <a:r>
              <a:rPr lang="sr-Latn-RS" dirty="0"/>
              <a:t>za</a:t>
            </a:r>
            <a:r>
              <a:rPr lang="sr-Latn-RS" b="1" dirty="0"/>
              <a:t> </a:t>
            </a:r>
            <a:r>
              <a:rPr lang="en-US" dirty="0" err="1"/>
              <a:t>snimanje</a:t>
            </a:r>
            <a:r>
              <a:rPr lang="en-US" dirty="0"/>
              <a:t> audio </a:t>
            </a:r>
            <a:r>
              <a:rPr lang="en-US" dirty="0" err="1"/>
              <a:t>signala</a:t>
            </a:r>
            <a:r>
              <a:rPr lang="en-US" dirty="0"/>
              <a:t> </a:t>
            </a:r>
            <a:r>
              <a:rPr lang="sr-Latn-RS" dirty="0"/>
              <a:t>radi </a:t>
            </a:r>
            <a:r>
              <a:rPr lang="en-US" dirty="0" err="1"/>
              <a:t>prepoznavanj</a:t>
            </a:r>
            <a:r>
              <a:rPr lang="sr-Latn-RS" dirty="0"/>
              <a:t>a</a:t>
            </a:r>
            <a:r>
              <a:rPr lang="en-US" dirty="0"/>
              <a:t> </a:t>
            </a:r>
            <a:r>
              <a:rPr lang="en-US" dirty="0" err="1"/>
              <a:t>glasovnih</a:t>
            </a:r>
            <a:r>
              <a:rPr lang="en-US" dirty="0"/>
              <a:t> </a:t>
            </a:r>
            <a:r>
              <a:rPr lang="en-US" dirty="0" err="1"/>
              <a:t>komandi</a:t>
            </a:r>
            <a:r>
              <a:rPr lang="en-US" dirty="0"/>
              <a:t> </a:t>
            </a:r>
          </a:p>
          <a:p>
            <a:r>
              <a:rPr lang="en-US" b="1" dirty="0"/>
              <a:t>APDS9960 </a:t>
            </a:r>
            <a:r>
              <a:rPr lang="en-US" b="1" dirty="0" err="1"/>
              <a:t>senzor</a:t>
            </a:r>
            <a:r>
              <a:rPr lang="sr-Latn-RS" b="1" dirty="0"/>
              <a:t> – </a:t>
            </a:r>
            <a:r>
              <a:rPr lang="sr-Latn-RS" dirty="0"/>
              <a:t>za </a:t>
            </a:r>
            <a:r>
              <a:rPr lang="en-US" dirty="0" err="1"/>
              <a:t>detekcij</a:t>
            </a:r>
            <a:r>
              <a:rPr lang="sr-Latn-RS" dirty="0"/>
              <a:t>u</a:t>
            </a:r>
            <a:r>
              <a:rPr lang="en-US" dirty="0"/>
              <a:t> </a:t>
            </a:r>
            <a:r>
              <a:rPr lang="en-US" dirty="0" err="1"/>
              <a:t>ambijentalnog</a:t>
            </a:r>
            <a:r>
              <a:rPr lang="en-US" dirty="0"/>
              <a:t> </a:t>
            </a:r>
            <a:r>
              <a:rPr lang="en-US" dirty="0" err="1"/>
              <a:t>osvetljenja</a:t>
            </a:r>
            <a:endParaRPr lang="en-US" dirty="0"/>
          </a:p>
          <a:p>
            <a:r>
              <a:rPr lang="en-US" b="1" dirty="0"/>
              <a:t>LSM9DS1 </a:t>
            </a:r>
            <a:r>
              <a:rPr lang="en-US" b="1" dirty="0" err="1"/>
              <a:t>senozr</a:t>
            </a:r>
            <a:r>
              <a:rPr lang="en-US" b="1" dirty="0"/>
              <a:t> </a:t>
            </a:r>
            <a:r>
              <a:rPr lang="en-US" dirty="0"/>
              <a:t>– za </a:t>
            </a:r>
            <a:r>
              <a:rPr lang="en-US" dirty="0" err="1"/>
              <a:t>prikupljanje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za </a:t>
            </a:r>
            <a:r>
              <a:rPr lang="en-US" dirty="0" err="1"/>
              <a:t>akcelerometra</a:t>
            </a:r>
            <a:r>
              <a:rPr lang="en-US" dirty="0"/>
              <a:t> </a:t>
            </a:r>
            <a:endParaRPr lang="en-US" b="1" dirty="0"/>
          </a:p>
          <a:p>
            <a:r>
              <a:rPr lang="en-US" b="1" dirty="0"/>
              <a:t>LED diode</a:t>
            </a:r>
            <a:r>
              <a:rPr lang="sr-Latn-RS" b="1" dirty="0"/>
              <a:t> – </a:t>
            </a:r>
            <a:r>
              <a:rPr lang="en-US" dirty="0" err="1"/>
              <a:t>plava</a:t>
            </a:r>
            <a:r>
              <a:rPr lang="en-US" dirty="0"/>
              <a:t>, </a:t>
            </a:r>
            <a:r>
              <a:rPr lang="sr-Latn-RS" dirty="0"/>
              <a:t>crvena</a:t>
            </a:r>
            <a:r>
              <a:rPr lang="en-US" dirty="0"/>
              <a:t> i </a:t>
            </a:r>
            <a:r>
              <a:rPr lang="en-US" dirty="0" err="1"/>
              <a:t>zelena</a:t>
            </a:r>
            <a:r>
              <a:rPr lang="en-US" dirty="0"/>
              <a:t> LED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Raspberry Pi 4</a:t>
            </a:r>
          </a:p>
        </p:txBody>
      </p:sp>
    </p:spTree>
    <p:extLst>
      <p:ext uri="{BB962C8B-B14F-4D97-AF65-F5344CB8AC3E}">
        <p14:creationId xmlns:p14="http://schemas.microsoft.com/office/powerpoint/2010/main" val="810272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5C279-6EBA-EBC2-4A1E-3A0ABA5C5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E8D89-5B49-5439-FFBB-8ECF0E8E1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Korišćene</a:t>
            </a:r>
            <a:r>
              <a:rPr lang="en-US" dirty="0"/>
              <a:t> </a:t>
            </a:r>
            <a:r>
              <a:rPr lang="en-US" dirty="0" err="1"/>
              <a:t>tehnologije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DB333-373C-1319-9CB6-6BFC1F93F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b="1" dirty="0" err="1"/>
              <a:t>Softver</a:t>
            </a:r>
            <a:br>
              <a:rPr lang="en-US" sz="3600" b="1" dirty="0"/>
            </a:br>
            <a:br>
              <a:rPr lang="en-US" b="1" dirty="0"/>
            </a:br>
            <a:r>
              <a:rPr lang="en-US" b="1" dirty="0"/>
              <a:t>Python, Docker, Docker Compose</a:t>
            </a:r>
            <a:r>
              <a:rPr lang="sr-Latn-RS" b="1" dirty="0"/>
              <a:t>, </a:t>
            </a:r>
            <a:r>
              <a:rPr lang="sr-Latn-RS" b="1" dirty="0" err="1"/>
              <a:t>Mosquitto</a:t>
            </a:r>
            <a:r>
              <a:rPr lang="sr-Latn-RS" b="1" dirty="0"/>
              <a:t>, </a:t>
            </a:r>
            <a:r>
              <a:rPr lang="sr-Latn-RS" b="1" dirty="0" err="1"/>
              <a:t>TensorFlow</a:t>
            </a:r>
            <a:r>
              <a:rPr lang="sr-Latn-RS" b="1" dirty="0"/>
              <a:t> </a:t>
            </a:r>
            <a:r>
              <a:rPr lang="sr-Latn-RS" b="1" dirty="0" err="1"/>
              <a:t>Lite</a:t>
            </a:r>
            <a:r>
              <a:rPr lang="sr-Latn-RS" b="1" dirty="0"/>
              <a:t>, </a:t>
            </a:r>
            <a:r>
              <a:rPr lang="sr-Latn-RS" b="1" dirty="0" err="1"/>
              <a:t>InfluxDb</a:t>
            </a:r>
            <a:r>
              <a:rPr lang="sr-Latn-RS" b="1" dirty="0"/>
              <a:t>, </a:t>
            </a:r>
            <a:r>
              <a:rPr lang="sr-Latn-RS" b="1" dirty="0" err="1"/>
              <a:t>Grafana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3600" b="1" dirty="0" err="1"/>
              <a:t>Komunikacija</a:t>
            </a:r>
            <a:endParaRPr lang="en-US" sz="3600" b="1" dirty="0"/>
          </a:p>
          <a:p>
            <a:pPr marL="0" indent="0">
              <a:buNone/>
            </a:pPr>
            <a:r>
              <a:rPr lang="en-US" b="1" dirty="0" err="1"/>
              <a:t>Serijska</a:t>
            </a:r>
            <a:r>
              <a:rPr lang="en-US" b="1" dirty="0"/>
              <a:t> </a:t>
            </a:r>
            <a:r>
              <a:rPr lang="en-US" b="1" dirty="0" err="1"/>
              <a:t>komunikacija</a:t>
            </a:r>
            <a:r>
              <a:rPr lang="en-US" b="1" dirty="0"/>
              <a:t> (USB) –</a:t>
            </a:r>
            <a:r>
              <a:rPr lang="sr-Latn-RS" b="1" dirty="0"/>
              <a:t> </a:t>
            </a:r>
            <a:r>
              <a:rPr lang="en-US" dirty="0"/>
              <a:t>Arduino </a:t>
            </a:r>
            <a:r>
              <a:rPr lang="sr-Latn-RS" dirty="0"/>
              <a:t>ka</a:t>
            </a:r>
            <a:r>
              <a:rPr lang="en-US" dirty="0"/>
              <a:t> </a:t>
            </a:r>
            <a:r>
              <a:rPr lang="en-US" dirty="0" err="1"/>
              <a:t>Rpi</a:t>
            </a:r>
            <a:br>
              <a:rPr lang="sr-Latn-RS" dirty="0"/>
            </a:br>
            <a:r>
              <a:rPr lang="sr-Latn-RS" b="1" dirty="0"/>
              <a:t>MQTT protokol – </a:t>
            </a:r>
            <a:r>
              <a:rPr lang="sr-Latn-RS" dirty="0" err="1"/>
              <a:t>Rpi</a:t>
            </a:r>
            <a:r>
              <a:rPr lang="sr-Latn-RS" dirty="0"/>
              <a:t> ka </a:t>
            </a:r>
            <a:r>
              <a:rPr lang="sr-Latn-RS" dirty="0" err="1"/>
              <a:t>Arduino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570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1C3F5-4F31-F69E-99AC-D83DF920C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8AD9F-EBA0-558A-171C-94363F6BD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Cilj</a:t>
            </a:r>
            <a:r>
              <a:rPr lang="en-US" dirty="0"/>
              <a:t> </a:t>
            </a:r>
            <a:r>
              <a:rPr lang="en-US" dirty="0" err="1"/>
              <a:t>projekta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5D71D-76FF-2E72-AED1-133A2A10F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r-Latn-RS" b="1" i="1" dirty="0"/>
              <a:t>Zahtevi</a:t>
            </a:r>
            <a:endParaRPr lang="en-US" b="1" i="1" dirty="0"/>
          </a:p>
          <a:p>
            <a:pPr lvl="0"/>
            <a:r>
              <a:rPr lang="en-US" dirty="0" err="1"/>
              <a:t>Nadogradnja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 1</a:t>
            </a:r>
          </a:p>
          <a:p>
            <a:pPr lvl="0"/>
            <a:r>
              <a:rPr lang="en-US" dirty="0" err="1"/>
              <a:t>Treniranje</a:t>
            </a:r>
            <a:r>
              <a:rPr lang="en-US" dirty="0"/>
              <a:t> ML/Dl </a:t>
            </a:r>
            <a:r>
              <a:rPr lang="en-US" dirty="0" err="1"/>
              <a:t>modela</a:t>
            </a:r>
            <a:r>
              <a:rPr lang="en-US" dirty="0"/>
              <a:t> kori</a:t>
            </a:r>
            <a:r>
              <a:rPr lang="sr-Latn-RS" dirty="0" err="1"/>
              <a:t>šćenjem</a:t>
            </a:r>
            <a:r>
              <a:rPr lang="sr-Latn-RS" dirty="0"/>
              <a:t> </a:t>
            </a:r>
            <a:r>
              <a:rPr lang="sr-Latn-RS" dirty="0" err="1"/>
              <a:t>TensorFlow</a:t>
            </a:r>
            <a:r>
              <a:rPr lang="sr-Latn-RS" dirty="0"/>
              <a:t> </a:t>
            </a:r>
            <a:r>
              <a:rPr lang="sr-Latn-RS" dirty="0" err="1"/>
              <a:t>Lite</a:t>
            </a:r>
            <a:endParaRPr lang="sr-Latn-RS" dirty="0"/>
          </a:p>
          <a:p>
            <a:pPr lvl="0"/>
            <a:r>
              <a:rPr lang="sr-Latn-RS" dirty="0"/>
              <a:t>Automatsko pokretanje </a:t>
            </a:r>
            <a:r>
              <a:rPr lang="sr-Latn-RS" dirty="0" err="1"/>
              <a:t>aktuatora</a:t>
            </a:r>
            <a:endParaRPr lang="sr-Latn-RS" dirty="0"/>
          </a:p>
          <a:p>
            <a:pPr marL="0" lvl="0" indent="0">
              <a:buNone/>
            </a:pPr>
            <a:endParaRPr lang="sr-Latn-RS" b="1" i="1" dirty="0"/>
          </a:p>
          <a:p>
            <a:pPr marL="0" lvl="0" indent="0">
              <a:buNone/>
            </a:pPr>
            <a:r>
              <a:rPr lang="en-US" b="1" i="1" dirty="0" err="1"/>
              <a:t>Funkcionalnost</a:t>
            </a:r>
            <a:r>
              <a:rPr lang="sr-Latn-RS" b="1" i="1" dirty="0"/>
              <a:t>i</a:t>
            </a:r>
            <a:endParaRPr lang="en-US" b="1" i="1" dirty="0"/>
          </a:p>
          <a:p>
            <a:pPr lvl="0" algn="just"/>
            <a:r>
              <a:rPr lang="en-US" dirty="0" err="1"/>
              <a:t>Komanda</a:t>
            </a:r>
            <a:r>
              <a:rPr lang="en-US" dirty="0"/>
              <a:t> </a:t>
            </a:r>
            <a:r>
              <a:rPr lang="en-US" b="1" dirty="0"/>
              <a:t>"Let`s</a:t>
            </a:r>
            <a:r>
              <a:rPr lang="sr-Latn-RS" b="1" dirty="0"/>
              <a:t> </a:t>
            </a:r>
            <a:r>
              <a:rPr lang="en-US" b="1" dirty="0"/>
              <a:t>start"</a:t>
            </a:r>
            <a:r>
              <a:rPr lang="en-US" dirty="0"/>
              <a:t> </a:t>
            </a:r>
            <a:r>
              <a:rPr lang="en-US" dirty="0" err="1"/>
              <a:t>pokreće</a:t>
            </a:r>
            <a:r>
              <a:rPr lang="en-US" dirty="0"/>
              <a:t> </a:t>
            </a:r>
            <a:r>
              <a:rPr lang="sr-Latn-RS" dirty="0"/>
              <a:t>očitavanje, aktivira se LED indikator i počinje o</a:t>
            </a:r>
            <a:r>
              <a:rPr lang="en-US" dirty="0" err="1"/>
              <a:t>čitava</a:t>
            </a:r>
            <a:r>
              <a:rPr lang="sr-Latn-RS" dirty="0"/>
              <a:t>nje podataka sa </a:t>
            </a:r>
            <a:r>
              <a:rPr lang="sr-Latn-RS" dirty="0" err="1"/>
              <a:t>akcelerometra</a:t>
            </a:r>
            <a:r>
              <a:rPr lang="sr-Latn-RS" dirty="0"/>
              <a:t>.</a:t>
            </a:r>
          </a:p>
          <a:p>
            <a:pPr lvl="0" algn="just"/>
            <a:r>
              <a:rPr lang="sr-Latn-RS" dirty="0"/>
              <a:t>Podaci sa </a:t>
            </a:r>
            <a:r>
              <a:rPr lang="sr-Latn-RS" dirty="0" err="1"/>
              <a:t>akcelerometra</a:t>
            </a:r>
            <a:r>
              <a:rPr lang="sr-Latn-RS" dirty="0"/>
              <a:t> se šalju na </a:t>
            </a:r>
            <a:r>
              <a:rPr lang="sr-Latn-RS" dirty="0" err="1"/>
              <a:t>Rpi</a:t>
            </a:r>
            <a:r>
              <a:rPr lang="sr-Latn-RS" dirty="0"/>
              <a:t>, gde su pokrenuti servisi kroz </a:t>
            </a:r>
            <a:r>
              <a:rPr lang="sr-Latn-RS" dirty="0" err="1"/>
              <a:t>Docker</a:t>
            </a:r>
            <a:r>
              <a:rPr lang="sr-Latn-RS" dirty="0"/>
              <a:t> </a:t>
            </a:r>
            <a:r>
              <a:rPr lang="sr-Latn-RS" dirty="0" err="1"/>
              <a:t>compose</a:t>
            </a:r>
            <a:r>
              <a:rPr lang="sr-Latn-RS" dirty="0"/>
              <a:t>. Vrši se upis podataka u bazu, detekcija događaja i slanje komande za </a:t>
            </a:r>
            <a:r>
              <a:rPr lang="sr-Latn-RS" dirty="0" err="1"/>
              <a:t>aktuatore</a:t>
            </a:r>
            <a:r>
              <a:rPr lang="sr-Latn-RS" dirty="0"/>
              <a:t> po potrebi.</a:t>
            </a:r>
            <a:endParaRPr lang="en-US" dirty="0"/>
          </a:p>
          <a:p>
            <a:pPr lvl="0" algn="just"/>
            <a:r>
              <a:rPr lang="en-US" dirty="0" err="1"/>
              <a:t>Komanda</a:t>
            </a:r>
            <a:r>
              <a:rPr lang="en-US" dirty="0"/>
              <a:t> </a:t>
            </a:r>
            <a:r>
              <a:rPr lang="en-US" b="1" dirty="0"/>
              <a:t>"Finish"</a:t>
            </a:r>
            <a:r>
              <a:rPr lang="en-US" dirty="0"/>
              <a:t> </a:t>
            </a:r>
            <a:r>
              <a:rPr lang="en-US" dirty="0" err="1"/>
              <a:t>zaustavlja</a:t>
            </a:r>
            <a:r>
              <a:rPr lang="en-US" dirty="0"/>
              <a:t> rad </a:t>
            </a:r>
            <a:r>
              <a:rPr lang="en-US" dirty="0" err="1"/>
              <a:t>sistema</a:t>
            </a:r>
            <a:r>
              <a:rPr lang="sr-Latn-RS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289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3B32F-CED6-9A72-769A-0FC2C50EE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CCC84-BBBE-0C80-D8BE-F0C4A1F98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Prikupljanje podataka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B7D8D-2DBF-ACA0-3B9B-1D978D7F9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sr-Latn-RS" dirty="0"/>
              <a:t>Nakon startovanja sistema komandom </a:t>
            </a:r>
            <a:r>
              <a:rPr lang="en-US" b="1" dirty="0"/>
              <a:t>"Let`s</a:t>
            </a:r>
            <a:r>
              <a:rPr lang="sr-Latn-RS" b="1" dirty="0"/>
              <a:t> </a:t>
            </a:r>
            <a:r>
              <a:rPr lang="en-US" b="1" dirty="0"/>
              <a:t>start"</a:t>
            </a:r>
            <a:r>
              <a:rPr lang="en-US" dirty="0"/>
              <a:t> </a:t>
            </a:r>
            <a:r>
              <a:rPr lang="sr-Latn-RS" dirty="0"/>
              <a:t> prikupljaju se podaci sa a</a:t>
            </a:r>
            <a:r>
              <a:rPr lang="en-US" dirty="0" err="1"/>
              <a:t>kceleromet</a:t>
            </a:r>
            <a:r>
              <a:rPr lang="sr-Latn-RS" dirty="0" err="1"/>
              <a:t>ra</a:t>
            </a:r>
            <a:r>
              <a:rPr lang="sr-Latn-RS" dirty="0"/>
              <a:t> sa frekvencijom uzrokovanja 20 </a:t>
            </a:r>
            <a:r>
              <a:rPr lang="sr-Latn-RS" dirty="0" err="1"/>
              <a:t>Hz</a:t>
            </a:r>
            <a:r>
              <a:rPr lang="sr-Latn-RS" dirty="0"/>
              <a:t>:</a:t>
            </a:r>
          </a:p>
          <a:p>
            <a:pPr lvl="1" algn="just"/>
            <a:r>
              <a:rPr lang="en-US" dirty="0"/>
              <a:t>X </a:t>
            </a:r>
            <a:r>
              <a:rPr lang="en-US" dirty="0" err="1"/>
              <a:t>osa</a:t>
            </a:r>
            <a:r>
              <a:rPr lang="en-US" dirty="0"/>
              <a:t> </a:t>
            </a:r>
          </a:p>
          <a:p>
            <a:pPr lvl="1" algn="just"/>
            <a:r>
              <a:rPr lang="en-US" dirty="0"/>
              <a:t>Y </a:t>
            </a:r>
            <a:r>
              <a:rPr lang="en-US" dirty="0" err="1"/>
              <a:t>osa</a:t>
            </a:r>
            <a:r>
              <a:rPr lang="en-US" dirty="0"/>
              <a:t> </a:t>
            </a:r>
          </a:p>
          <a:p>
            <a:pPr lvl="1" algn="just"/>
            <a:r>
              <a:rPr lang="en-US" dirty="0"/>
              <a:t>Z </a:t>
            </a:r>
            <a:r>
              <a:rPr lang="en-US" dirty="0" err="1"/>
              <a:t>osa</a:t>
            </a:r>
            <a:r>
              <a:rPr lang="en-US" dirty="0"/>
              <a:t> </a:t>
            </a:r>
            <a:endParaRPr lang="sr-Latn-RS" dirty="0"/>
          </a:p>
          <a:p>
            <a:pPr algn="just"/>
            <a:r>
              <a:rPr lang="sr-Latn-RS" dirty="0"/>
              <a:t>Servis </a:t>
            </a:r>
            <a:r>
              <a:rPr lang="sr-Latn-RS" b="1" i="1" dirty="0" err="1"/>
              <a:t>read_from_arduino</a:t>
            </a:r>
            <a:r>
              <a:rPr lang="sr-Latn-RS" b="1" i="1" dirty="0"/>
              <a:t> </a:t>
            </a:r>
            <a:r>
              <a:rPr lang="sr-Latn-RS" dirty="0"/>
              <a:t>je pomoćni </a:t>
            </a:r>
            <a:r>
              <a:rPr lang="sr-Latn-RS" dirty="0" err="1"/>
              <a:t>Python</a:t>
            </a:r>
            <a:r>
              <a:rPr lang="sr-Latn-RS" dirty="0"/>
              <a:t> servis koji kontinuirano osluškuje </a:t>
            </a:r>
            <a:r>
              <a:rPr lang="sr-Latn-RS" dirty="0" err="1"/>
              <a:t>serijksi</a:t>
            </a:r>
            <a:r>
              <a:rPr lang="sr-Latn-RS" dirty="0"/>
              <a:t> port korišćenjem </a:t>
            </a:r>
            <a:r>
              <a:rPr lang="sr-Latn-RS" dirty="0" err="1"/>
              <a:t>PySerial</a:t>
            </a:r>
            <a:r>
              <a:rPr lang="sr-Latn-RS" dirty="0"/>
              <a:t> biblioteke. Vrši parsiranje podataka i šalje izdvojene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 </a:t>
            </a:r>
            <a:r>
              <a:rPr lang="en-US" dirty="0" err="1"/>
              <a:t>akcelerometra</a:t>
            </a:r>
            <a:r>
              <a:rPr lang="en-US" dirty="0"/>
              <a:t> po </a:t>
            </a:r>
            <a:r>
              <a:rPr lang="en-US" dirty="0" err="1"/>
              <a:t>osama</a:t>
            </a:r>
            <a:r>
              <a:rPr lang="en-US" dirty="0"/>
              <a:t> </a:t>
            </a:r>
            <a:r>
              <a:rPr lang="en-US" b="1" dirty="0"/>
              <a:t>X</a:t>
            </a:r>
            <a:r>
              <a:rPr lang="en-US" dirty="0"/>
              <a:t>, </a:t>
            </a:r>
            <a:r>
              <a:rPr lang="en-US" b="1" dirty="0"/>
              <a:t>Y</a:t>
            </a:r>
            <a:r>
              <a:rPr lang="en-US" dirty="0"/>
              <a:t>, </a:t>
            </a:r>
            <a:r>
              <a:rPr lang="en-US" b="1" dirty="0"/>
              <a:t>Z</a:t>
            </a:r>
            <a:r>
              <a:rPr lang="en-US" dirty="0"/>
              <a:t>,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ukupn</a:t>
            </a:r>
            <a:r>
              <a:rPr lang="sr-Latn-RS" dirty="0"/>
              <a:t>u</a:t>
            </a:r>
            <a:r>
              <a:rPr lang="en-US" dirty="0"/>
              <a:t> </a:t>
            </a:r>
            <a:r>
              <a:rPr lang="en-US" dirty="0" err="1"/>
              <a:t>magnitud</a:t>
            </a:r>
            <a:r>
              <a:rPr lang="sr-Latn-RS" dirty="0"/>
              <a:t>u</a:t>
            </a:r>
            <a:r>
              <a:rPr lang="en-US" dirty="0"/>
              <a:t> </a:t>
            </a:r>
            <a:r>
              <a:rPr lang="en-US" dirty="0" err="1"/>
              <a:t>ubrzanja</a:t>
            </a:r>
            <a:r>
              <a:rPr lang="en-US" dirty="0"/>
              <a:t> (</a:t>
            </a:r>
            <a:r>
              <a:rPr lang="en-US" b="1" dirty="0"/>
              <a:t>Total</a:t>
            </a:r>
            <a:r>
              <a:rPr lang="en-US" dirty="0"/>
              <a:t>)</a:t>
            </a:r>
            <a:r>
              <a:rPr lang="sr-Latn-RS" dirty="0"/>
              <a:t> na MQTT </a:t>
            </a:r>
            <a:r>
              <a:rPr lang="sr-Latn-RS" dirty="0" err="1"/>
              <a:t>topic</a:t>
            </a:r>
            <a:r>
              <a:rPr lang="sr-Latn-RS" dirty="0"/>
              <a:t> </a:t>
            </a:r>
            <a:r>
              <a:rPr lang="sr-Latn-RS" b="1" i="1" dirty="0" err="1"/>
              <a:t>sensors</a:t>
            </a:r>
            <a:r>
              <a:rPr lang="sr-Latn-RS" b="1" i="1" dirty="0"/>
              <a:t>/</a:t>
            </a:r>
            <a:r>
              <a:rPr lang="sr-Latn-RS" b="1" i="1" dirty="0" err="1"/>
              <a:t>arduino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7219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43757-4B98-313B-6635-1523A5974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Skladištenje podataka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BD1B0-0EAF-4A7E-47A5-DB5485132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4096" y="-535322"/>
            <a:ext cx="7315200" cy="5120640"/>
          </a:xfrm>
        </p:spPr>
        <p:txBody>
          <a:bodyPr/>
          <a:lstStyle/>
          <a:p>
            <a:pPr algn="just"/>
            <a:r>
              <a:rPr lang="en-US" dirty="0"/>
              <a:t>Servis </a:t>
            </a:r>
            <a:r>
              <a:rPr lang="en-US" b="1" i="1" dirty="0" err="1"/>
              <a:t>mqtt</a:t>
            </a:r>
            <a:r>
              <a:rPr lang="en-US" b="1" i="1" dirty="0"/>
              <a:t>-to-influx</a:t>
            </a:r>
            <a:r>
              <a:rPr lang="en-US" dirty="0"/>
              <a:t> je </a:t>
            </a:r>
            <a:r>
              <a:rPr lang="en-US" dirty="0" err="1"/>
              <a:t>zadužen</a:t>
            </a:r>
            <a:r>
              <a:rPr lang="en-US" dirty="0"/>
              <a:t> za </a:t>
            </a:r>
            <a:r>
              <a:rPr lang="en-US" dirty="0" err="1"/>
              <a:t>skladištenje</a:t>
            </a:r>
            <a:r>
              <a:rPr lang="en-US" dirty="0"/>
              <a:t> </a:t>
            </a:r>
            <a:r>
              <a:rPr lang="en-US" dirty="0" err="1"/>
              <a:t>senzorskih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u </a:t>
            </a:r>
            <a:r>
              <a:rPr lang="en-US" dirty="0" err="1"/>
              <a:t>InfluxDB</a:t>
            </a:r>
            <a:r>
              <a:rPr lang="en-US" dirty="0"/>
              <a:t>.</a:t>
            </a:r>
            <a:r>
              <a:rPr lang="sr-Latn-RS" dirty="0"/>
              <a:t> P</a:t>
            </a:r>
            <a:r>
              <a:rPr lang="en-US" dirty="0" err="1"/>
              <a:t>retplaćen</a:t>
            </a:r>
            <a:r>
              <a:rPr lang="en-US" dirty="0"/>
              <a:t> </a:t>
            </a:r>
            <a:r>
              <a:rPr lang="sr-Latn-RS" dirty="0"/>
              <a:t>je </a:t>
            </a:r>
            <a:r>
              <a:rPr lang="en-US" dirty="0" err="1"/>
              <a:t>na</a:t>
            </a:r>
            <a:r>
              <a:rPr lang="sr-Latn-RS" dirty="0"/>
              <a:t> </a:t>
            </a:r>
            <a:r>
              <a:rPr lang="sr-Latn-RS" b="1" i="1" dirty="0" err="1"/>
              <a:t>sensors</a:t>
            </a:r>
            <a:r>
              <a:rPr lang="sr-Latn-RS" b="1" i="1" dirty="0"/>
              <a:t>/</a:t>
            </a:r>
            <a:r>
              <a:rPr lang="sr-Latn-RS" b="1" i="1" dirty="0" err="1"/>
              <a:t>arduino</a:t>
            </a:r>
            <a:r>
              <a:rPr lang="sr-Latn-RS" b="1" i="1" dirty="0"/>
              <a:t> </a:t>
            </a:r>
            <a:r>
              <a:rPr lang="en-US" dirty="0"/>
              <a:t>MQTT topic</a:t>
            </a:r>
            <a:r>
              <a:rPr lang="sr-Latn-RS" dirty="0"/>
              <a:t>.</a:t>
            </a:r>
            <a:r>
              <a:rPr lang="en-US" dirty="0"/>
              <a:t> </a:t>
            </a:r>
            <a:endParaRPr lang="sr-Latn-RS" dirty="0"/>
          </a:p>
          <a:p>
            <a:pPr algn="just"/>
            <a:r>
              <a:rPr lang="sr-Latn-RS" dirty="0"/>
              <a:t>Podaci iz </a:t>
            </a:r>
            <a:r>
              <a:rPr lang="sr-Latn-RS" dirty="0" err="1"/>
              <a:t>InfluxDb</a:t>
            </a:r>
            <a:r>
              <a:rPr lang="sr-Latn-RS" dirty="0"/>
              <a:t> se vizualizuju u </a:t>
            </a:r>
            <a:r>
              <a:rPr lang="sr-Latn-RS" dirty="0" err="1"/>
              <a:t>Grafani</a:t>
            </a:r>
            <a:r>
              <a:rPr lang="sr-Latn-RS" dirty="0"/>
              <a:t>.</a:t>
            </a:r>
          </a:p>
          <a:p>
            <a:pPr algn="just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FE0B0A-C797-87BD-EA8C-5CACB06CD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156" y="2998966"/>
            <a:ext cx="3972046" cy="317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535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A109F-0AF6-45BF-03CC-B43714CB0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80A51-78F7-FFC9-B00D-388FC3BFD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</a:t>
            </a:r>
            <a:r>
              <a:rPr lang="en-US" dirty="0" err="1"/>
              <a:t>reniranje</a:t>
            </a:r>
            <a:r>
              <a:rPr lang="en-US" dirty="0"/>
              <a:t> </a:t>
            </a:r>
            <a:r>
              <a:rPr lang="en-US" dirty="0" err="1"/>
              <a:t>modela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6D7CC-F34F-A816-E727-D8C6779B0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err="1"/>
              <a:t>Prikuplj</a:t>
            </a:r>
            <a:r>
              <a:rPr lang="sr-Latn-RS" dirty="0" err="1"/>
              <a:t>eni</a:t>
            </a:r>
            <a:r>
              <a:rPr lang="en-US" dirty="0"/>
              <a:t> s</a:t>
            </a:r>
            <a:r>
              <a:rPr lang="sr-Latn-RS" dirty="0"/>
              <a:t>u</a:t>
            </a:r>
            <a:r>
              <a:rPr lang="en-US" dirty="0"/>
              <a:t> </a:t>
            </a:r>
            <a:r>
              <a:rPr lang="en-US" dirty="0" err="1"/>
              <a:t>podaci</a:t>
            </a:r>
            <a:r>
              <a:rPr lang="en-US" dirty="0"/>
              <a:t> </a:t>
            </a:r>
            <a:r>
              <a:rPr lang="en-US" dirty="0" err="1"/>
              <a:t>akcelerometra</a:t>
            </a:r>
            <a:r>
              <a:rPr lang="en-US" dirty="0"/>
              <a:t> za </a:t>
            </a:r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klase</a:t>
            </a:r>
            <a:r>
              <a:rPr lang="en-US" dirty="0"/>
              <a:t>:</a:t>
            </a:r>
          </a:p>
          <a:p>
            <a:pPr lvl="1" algn="just"/>
            <a:r>
              <a:rPr lang="en-US" dirty="0" err="1"/>
              <a:t>normalno</a:t>
            </a:r>
            <a:r>
              <a:rPr lang="en-US" dirty="0"/>
              <a:t> </a:t>
            </a:r>
            <a:r>
              <a:rPr lang="en-US" dirty="0" err="1"/>
              <a:t>stanje</a:t>
            </a:r>
            <a:r>
              <a:rPr lang="en-US" dirty="0"/>
              <a:t> </a:t>
            </a:r>
          </a:p>
          <a:p>
            <a:pPr lvl="1" algn="just"/>
            <a:r>
              <a:rPr lang="en-US" dirty="0" err="1"/>
              <a:t>pokret</a:t>
            </a:r>
            <a:r>
              <a:rPr lang="en-US" dirty="0"/>
              <a:t>/</a:t>
            </a:r>
            <a:r>
              <a:rPr lang="en-US" dirty="0" err="1"/>
              <a:t>događaj</a:t>
            </a:r>
            <a:r>
              <a:rPr lang="en-US" dirty="0"/>
              <a:t>.</a:t>
            </a:r>
            <a:endParaRPr lang="sr-Latn-RS" dirty="0"/>
          </a:p>
          <a:p>
            <a:pPr algn="just"/>
            <a:r>
              <a:rPr lang="sr-Latn-RS" dirty="0"/>
              <a:t>Skripta </a:t>
            </a:r>
            <a:r>
              <a:rPr lang="sr-Latn-RS" b="1" i="1" dirty="0"/>
              <a:t>procces_data.py </a:t>
            </a:r>
            <a:r>
              <a:rPr lang="sr-Latn-RS" dirty="0"/>
              <a:t>se koristi da obradi podatke  i pripremi ih za treniranje ML modela. Deli podatke na trening i test skup, kao i podatke na vremenske prozore gde svaki prozor sadrži 4 uzorka. </a:t>
            </a:r>
          </a:p>
          <a:p>
            <a:pPr algn="just"/>
            <a:r>
              <a:rPr lang="sr-Latn-RS" dirty="0"/>
              <a:t>Skripta </a:t>
            </a:r>
            <a:r>
              <a:rPr lang="sr-Latn-RS" b="1" i="1" dirty="0"/>
              <a:t>train_model.py </a:t>
            </a:r>
            <a:r>
              <a:rPr lang="sr-Latn-RS" dirty="0"/>
              <a:t>se koristi za treniranje modela, a </a:t>
            </a:r>
            <a:r>
              <a:rPr lang="sr-Latn-RS" b="1" i="1" dirty="0"/>
              <a:t>convert_tflite.py </a:t>
            </a:r>
            <a:r>
              <a:rPr lang="sr-Latn-RS" dirty="0"/>
              <a:t>za konvertovanje model u </a:t>
            </a:r>
            <a:r>
              <a:rPr lang="sr-Latn-RS" dirty="0" err="1"/>
              <a:t>TensorFlow</a:t>
            </a:r>
            <a:r>
              <a:rPr lang="sr-Latn-RS" dirty="0"/>
              <a:t> </a:t>
            </a:r>
            <a:r>
              <a:rPr lang="sr-Latn-RS" dirty="0" err="1"/>
              <a:t>Lite</a:t>
            </a:r>
            <a:r>
              <a:rPr lang="sr-Latn-RS" dirty="0"/>
              <a:t> format, kako bi mogao da se koristi na </a:t>
            </a:r>
            <a:r>
              <a:rPr lang="sr-Latn-RS" dirty="0" err="1"/>
              <a:t>Rpi</a:t>
            </a:r>
            <a:r>
              <a:rPr lang="sr-Latn-RS" dirty="0"/>
              <a:t>. </a:t>
            </a:r>
            <a:r>
              <a:rPr lang="en-US" dirty="0"/>
              <a:t>Za </a:t>
            </a:r>
            <a:r>
              <a:rPr lang="en-US" dirty="0" err="1"/>
              <a:t>klasifikaciju</a:t>
            </a:r>
            <a:r>
              <a:rPr lang="en-US" dirty="0"/>
              <a:t> </a:t>
            </a:r>
            <a:r>
              <a:rPr lang="en-US" dirty="0" err="1"/>
              <a:t>senzorskih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korišćena</a:t>
            </a:r>
            <a:r>
              <a:rPr lang="en-US" dirty="0"/>
              <a:t> je 1D </a:t>
            </a:r>
            <a:r>
              <a:rPr lang="en-US" dirty="0" err="1"/>
              <a:t>konvolutna</a:t>
            </a:r>
            <a:r>
              <a:rPr lang="en-US" dirty="0"/>
              <a:t> </a:t>
            </a:r>
            <a:r>
              <a:rPr lang="en-US" dirty="0" err="1"/>
              <a:t>neuronska</a:t>
            </a:r>
            <a:r>
              <a:rPr lang="en-US" dirty="0"/>
              <a:t> </a:t>
            </a:r>
            <a:r>
              <a:rPr lang="en-US" dirty="0" err="1"/>
              <a:t>mreža</a:t>
            </a:r>
            <a:r>
              <a:rPr lang="en-US" dirty="0"/>
              <a:t> (Conv1D),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analizira</a:t>
            </a:r>
            <a:r>
              <a:rPr lang="en-US" dirty="0"/>
              <a:t> </a:t>
            </a:r>
            <a:r>
              <a:rPr lang="en-US" dirty="0" err="1"/>
              <a:t>vremenske</a:t>
            </a:r>
            <a:r>
              <a:rPr lang="en-US" dirty="0"/>
              <a:t> </a:t>
            </a:r>
            <a:r>
              <a:rPr lang="en-US" dirty="0" err="1"/>
              <a:t>obrasce</a:t>
            </a:r>
            <a:r>
              <a:rPr lang="en-US" dirty="0"/>
              <a:t> u </a:t>
            </a:r>
            <a:r>
              <a:rPr lang="en-US" dirty="0" err="1"/>
              <a:t>sekvencama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akcelerometra</a:t>
            </a:r>
            <a:r>
              <a:rPr lang="en-US" dirty="0"/>
              <a:t>.</a:t>
            </a:r>
            <a:endParaRPr lang="sr-Latn-RS" b="1" i="1" dirty="0"/>
          </a:p>
        </p:txBody>
      </p:sp>
    </p:spTree>
    <p:extLst>
      <p:ext uri="{BB962C8B-B14F-4D97-AF65-F5344CB8AC3E}">
        <p14:creationId xmlns:p14="http://schemas.microsoft.com/office/powerpoint/2010/main" val="2357253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9D56C-118C-6277-C747-7464B69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Detekcija događaja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BE345-7391-F644-DAFB-DD884269B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Servis </a:t>
            </a:r>
            <a:r>
              <a:rPr lang="en-US" b="1" dirty="0"/>
              <a:t>ml-service</a:t>
            </a:r>
            <a:r>
              <a:rPr lang="en-US" dirty="0"/>
              <a:t>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komponentu</a:t>
            </a:r>
            <a:r>
              <a:rPr lang="en-US" dirty="0"/>
              <a:t> </a:t>
            </a:r>
            <a:r>
              <a:rPr lang="en-US" dirty="0" err="1"/>
              <a:t>zaduženu</a:t>
            </a:r>
            <a:r>
              <a:rPr lang="en-US" dirty="0"/>
              <a:t> za </a:t>
            </a:r>
            <a:r>
              <a:rPr lang="en-US" dirty="0" err="1"/>
              <a:t>detekciju</a:t>
            </a:r>
            <a:r>
              <a:rPr lang="en-US" dirty="0"/>
              <a:t> </a:t>
            </a:r>
            <a:r>
              <a:rPr lang="en-US" dirty="0" err="1"/>
              <a:t>događaja</a:t>
            </a:r>
            <a:r>
              <a:rPr lang="en-US" dirty="0"/>
              <a:t> </a:t>
            </a:r>
            <a:r>
              <a:rPr lang="en-US" dirty="0" err="1"/>
              <a:t>korišćenjem</a:t>
            </a:r>
            <a:r>
              <a:rPr lang="en-US" dirty="0"/>
              <a:t> </a:t>
            </a:r>
            <a:r>
              <a:rPr lang="sr-Latn-RS" dirty="0"/>
              <a:t>istreniranog ML </a:t>
            </a:r>
            <a:r>
              <a:rPr lang="en-US" dirty="0"/>
              <a:t>model</a:t>
            </a:r>
            <a:r>
              <a:rPr lang="sr-Latn-RS" dirty="0"/>
              <a:t>a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Servis je </a:t>
            </a:r>
            <a:r>
              <a:rPr lang="en-US" dirty="0" err="1"/>
              <a:t>pretplaćen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MQTT topic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senzorskim</a:t>
            </a:r>
            <a:r>
              <a:rPr lang="en-US" dirty="0"/>
              <a:t> </a:t>
            </a:r>
            <a:r>
              <a:rPr lang="en-US" dirty="0" err="1"/>
              <a:t>podacima</a:t>
            </a:r>
            <a:r>
              <a:rPr lang="en-US" dirty="0"/>
              <a:t>, </a:t>
            </a:r>
            <a:r>
              <a:rPr lang="en-US" dirty="0" err="1"/>
              <a:t>formira</a:t>
            </a:r>
            <a:r>
              <a:rPr lang="en-US" dirty="0"/>
              <a:t> </a:t>
            </a:r>
            <a:r>
              <a:rPr lang="en-US" dirty="0" err="1"/>
              <a:t>ulazne</a:t>
            </a:r>
            <a:r>
              <a:rPr lang="en-US" dirty="0"/>
              <a:t> </a:t>
            </a:r>
            <a:r>
              <a:rPr lang="en-US" dirty="0" err="1"/>
              <a:t>prozore</a:t>
            </a:r>
            <a:r>
              <a:rPr lang="en-US" dirty="0"/>
              <a:t> </a:t>
            </a:r>
            <a:r>
              <a:rPr lang="en-US" dirty="0" err="1"/>
              <a:t>odgovarajuće</a:t>
            </a:r>
            <a:r>
              <a:rPr lang="en-US" dirty="0"/>
              <a:t> </a:t>
            </a:r>
            <a:r>
              <a:rPr lang="en-US" dirty="0" err="1"/>
              <a:t>veličine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izvršava</a:t>
            </a:r>
            <a:r>
              <a:rPr lang="en-US" dirty="0"/>
              <a:t> TensorFlow Lite model </a:t>
            </a:r>
            <a:r>
              <a:rPr lang="en-US" dirty="0" err="1"/>
              <a:t>na</a:t>
            </a:r>
            <a:r>
              <a:rPr lang="en-US" dirty="0"/>
              <a:t> Raspberry Pi </a:t>
            </a:r>
            <a:r>
              <a:rPr lang="en-US" dirty="0" err="1"/>
              <a:t>uređaju</a:t>
            </a:r>
            <a:r>
              <a:rPr lang="en-US" dirty="0"/>
              <a:t>. Na </a:t>
            </a:r>
            <a:r>
              <a:rPr lang="en-US" dirty="0" err="1"/>
              <a:t>osnovu</a:t>
            </a:r>
            <a:r>
              <a:rPr lang="en-US" dirty="0"/>
              <a:t> </a:t>
            </a:r>
            <a:r>
              <a:rPr lang="en-US" dirty="0" err="1"/>
              <a:t>rezultata</a:t>
            </a:r>
            <a:r>
              <a:rPr lang="en-US" dirty="0"/>
              <a:t> </a:t>
            </a:r>
            <a:r>
              <a:rPr lang="en-US" dirty="0" err="1"/>
              <a:t>klasifikacije</a:t>
            </a:r>
            <a:r>
              <a:rPr lang="en-US" dirty="0"/>
              <a:t> </a:t>
            </a:r>
            <a:r>
              <a:rPr lang="en-US" dirty="0" err="1"/>
              <a:t>servis</a:t>
            </a:r>
            <a:r>
              <a:rPr lang="en-US" dirty="0"/>
              <a:t> </a:t>
            </a:r>
            <a:r>
              <a:rPr lang="en-US" dirty="0" err="1"/>
              <a:t>određuje</a:t>
            </a:r>
            <a:r>
              <a:rPr lang="en-US" dirty="0"/>
              <a:t> da li je </a:t>
            </a:r>
            <a:r>
              <a:rPr lang="en-US" dirty="0" err="1"/>
              <a:t>detektovan</a:t>
            </a:r>
            <a:r>
              <a:rPr lang="en-US" dirty="0"/>
              <a:t> </a:t>
            </a:r>
            <a:r>
              <a:rPr lang="en-US" dirty="0" err="1"/>
              <a:t>događaj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u tom </a:t>
            </a:r>
            <a:r>
              <a:rPr lang="en-US" dirty="0" err="1"/>
              <a:t>slučaju</a:t>
            </a:r>
            <a:r>
              <a:rPr lang="en-US" dirty="0"/>
              <a:t> </a:t>
            </a:r>
            <a:r>
              <a:rPr lang="en-US" dirty="0" err="1"/>
              <a:t>objavljuje</a:t>
            </a:r>
            <a:r>
              <a:rPr lang="en-US" dirty="0"/>
              <a:t> </a:t>
            </a:r>
            <a:r>
              <a:rPr lang="en-US" dirty="0" err="1"/>
              <a:t>odgovarajuću</a:t>
            </a:r>
            <a:r>
              <a:rPr lang="en-US" dirty="0"/>
              <a:t> </a:t>
            </a:r>
            <a:r>
              <a:rPr lang="en-US" dirty="0" err="1"/>
              <a:t>komandu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MQTT broker.</a:t>
            </a:r>
            <a:r>
              <a:rPr lang="sr-Latn-RS" dirty="0"/>
              <a:t> Ukoliko je detektovano pomeranje </a:t>
            </a:r>
            <a:r>
              <a:rPr lang="sr-Latn-RS" dirty="0" err="1"/>
              <a:t>Arduina</a:t>
            </a:r>
            <a:r>
              <a:rPr lang="en-US" dirty="0"/>
              <a:t>,</a:t>
            </a:r>
            <a:r>
              <a:rPr lang="sr-Latn-RS" dirty="0"/>
              <a:t> pali se zelena LED.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624475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2074</TotalTime>
  <Words>528</Words>
  <Application>Microsoft Office PowerPoint</Application>
  <PresentationFormat>Widescreen</PresentationFormat>
  <Paragraphs>48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Corbel</vt:lpstr>
      <vt:lpstr>Wingdings 2</vt:lpstr>
      <vt:lpstr>Frame</vt:lpstr>
      <vt:lpstr>Sveprisutno računarstvo</vt:lpstr>
      <vt:lpstr>Projekat 2</vt:lpstr>
      <vt:lpstr>Korišćene tehnologije</vt:lpstr>
      <vt:lpstr>Korišćene tehnologije</vt:lpstr>
      <vt:lpstr>Cilj projekta</vt:lpstr>
      <vt:lpstr>Prikupljanje podataka</vt:lpstr>
      <vt:lpstr>Skladištenje podataka</vt:lpstr>
      <vt:lpstr>Treniranje modela</vt:lpstr>
      <vt:lpstr>Detekcija događaja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 Tonsa Milovanović</dc:creator>
  <cp:lastModifiedBy>Anja Tonsa Milovanović</cp:lastModifiedBy>
  <cp:revision>28</cp:revision>
  <dcterms:created xsi:type="dcterms:W3CDTF">2026-08-21T12:20:22Z</dcterms:created>
  <dcterms:modified xsi:type="dcterms:W3CDTF">2026-09-01T11:40:32Z</dcterms:modified>
</cp:coreProperties>
</file>