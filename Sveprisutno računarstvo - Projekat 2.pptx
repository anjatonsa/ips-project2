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9" r:id="rId3"/>
    <p:sldId id="260" r:id="rId4"/>
    <p:sldId id="261" r:id="rId5"/>
    <p:sldId id="257" r:id="rId6"/>
    <p:sldId id="258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C81B9A-2622-471D-AFDB-EC8C272BAC5C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3659A9-2044-4656-BCC8-7507CFDD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96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3659A9-2044-4656-BCC8-7507CFDDA9E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60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891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607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685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476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4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51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80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363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63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12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24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B5A836A-52F5-4CAE-91B9-5EE85764AC96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044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0731E-23E0-AEB7-52BD-BD5699AA0D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Sveprisutno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sr-Latn-RS" dirty="0" err="1"/>
              <a:t>čunarstvo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E3DE19-2AAC-0B88-FBA0-3CE77E99E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 dirty="0"/>
              <a:t>Student: Anja Tonsa Milovanović, br. indeksa 1815</a:t>
            </a:r>
          </a:p>
          <a:p>
            <a:r>
              <a:rPr lang="sr-Latn-RS" dirty="0"/>
              <a:t>Mentor: prof. dr Dragan Stojanović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320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EAD356-7F4E-5946-1BAF-570077AB4D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 dirty="0"/>
              <a:t>Projekat </a:t>
            </a:r>
            <a:r>
              <a:rPr lang="en-US" dirty="0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B6F85F8-CEBC-E55D-EF7B-0B90422447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IoT </a:t>
            </a:r>
            <a:r>
              <a:rPr lang="en-US" dirty="0" err="1"/>
              <a:t>aplikacija</a:t>
            </a:r>
            <a:r>
              <a:rPr lang="en-US" dirty="0"/>
              <a:t> za </a:t>
            </a:r>
            <a:r>
              <a:rPr lang="en-US" dirty="0" err="1"/>
              <a:t>glasovno</a:t>
            </a:r>
            <a:r>
              <a:rPr lang="en-US" dirty="0"/>
              <a:t>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detekciju</a:t>
            </a:r>
            <a:r>
              <a:rPr lang="en-US" dirty="0"/>
              <a:t> </a:t>
            </a:r>
            <a:r>
              <a:rPr lang="en-US" dirty="0" err="1"/>
              <a:t>osvetljenja</a:t>
            </a:r>
            <a:r>
              <a:rPr lang="en-US" dirty="0"/>
              <a:t> </a:t>
            </a:r>
            <a:r>
              <a:rPr lang="en-US" dirty="0" err="1"/>
              <a:t>pomoću</a:t>
            </a:r>
            <a:r>
              <a:rPr lang="en-US" dirty="0"/>
              <a:t> Arduino Nano 33 BLE Sense Lite</a:t>
            </a:r>
          </a:p>
        </p:txBody>
      </p:sp>
    </p:spTree>
    <p:extLst>
      <p:ext uri="{BB962C8B-B14F-4D97-AF65-F5344CB8AC3E}">
        <p14:creationId xmlns:p14="http://schemas.microsoft.com/office/powerpoint/2010/main" val="426833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2225A-F635-4102-B731-521B44F9E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Korišćeni</a:t>
            </a:r>
            <a:r>
              <a:rPr lang="en-US" dirty="0"/>
              <a:t> </a:t>
            </a:r>
            <a:r>
              <a:rPr lang="en-US" dirty="0" err="1"/>
              <a:t>hardver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97D4-5DB9-4A14-7E85-60EA124EB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Arduino Nano 33 BLE Sense Lite</a:t>
            </a:r>
          </a:p>
          <a:p>
            <a:pPr marL="0" indent="0">
              <a:buNone/>
            </a:pPr>
            <a:r>
              <a:rPr lang="en-US" dirty="0" err="1"/>
              <a:t>Ugrađeni</a:t>
            </a:r>
            <a:r>
              <a:rPr lang="en-US" dirty="0"/>
              <a:t> moduli </a:t>
            </a:r>
            <a:r>
              <a:rPr lang="en-US" dirty="0" err="1"/>
              <a:t>korišćeni</a:t>
            </a:r>
            <a:r>
              <a:rPr lang="en-US" dirty="0"/>
              <a:t> u </a:t>
            </a:r>
            <a:r>
              <a:rPr lang="en-US" dirty="0" err="1"/>
              <a:t>projektu</a:t>
            </a:r>
            <a:r>
              <a:rPr lang="en-US" dirty="0"/>
              <a:t>:</a:t>
            </a:r>
          </a:p>
          <a:p>
            <a:r>
              <a:rPr lang="en-US" b="1" dirty="0" err="1"/>
              <a:t>Mikrofon</a:t>
            </a:r>
            <a:r>
              <a:rPr lang="en-US" b="1" dirty="0"/>
              <a:t> (PDM)</a:t>
            </a:r>
            <a:r>
              <a:rPr lang="sr-Latn-RS" b="1" dirty="0"/>
              <a:t> - </a:t>
            </a:r>
            <a:r>
              <a:rPr lang="sr-Latn-RS" dirty="0"/>
              <a:t>za</a:t>
            </a:r>
            <a:r>
              <a:rPr lang="sr-Latn-RS" b="1" dirty="0"/>
              <a:t> </a:t>
            </a:r>
            <a:r>
              <a:rPr lang="en-US" dirty="0" err="1"/>
              <a:t>snimanje</a:t>
            </a:r>
            <a:r>
              <a:rPr lang="en-US" dirty="0"/>
              <a:t> audio </a:t>
            </a:r>
            <a:r>
              <a:rPr lang="en-US" dirty="0" err="1"/>
              <a:t>signala</a:t>
            </a:r>
            <a:r>
              <a:rPr lang="en-US" dirty="0"/>
              <a:t> </a:t>
            </a:r>
            <a:r>
              <a:rPr lang="sr-Latn-RS" dirty="0"/>
              <a:t>radi </a:t>
            </a:r>
            <a:r>
              <a:rPr lang="en-US" dirty="0" err="1"/>
              <a:t>prepoznavanj</a:t>
            </a:r>
            <a:r>
              <a:rPr lang="sr-Latn-RS" dirty="0"/>
              <a:t>a</a:t>
            </a:r>
            <a:r>
              <a:rPr lang="en-US" dirty="0"/>
              <a:t> </a:t>
            </a:r>
            <a:r>
              <a:rPr lang="en-US" dirty="0" err="1"/>
              <a:t>glasovnih</a:t>
            </a:r>
            <a:r>
              <a:rPr lang="en-US" dirty="0"/>
              <a:t> </a:t>
            </a:r>
            <a:r>
              <a:rPr lang="en-US" dirty="0" err="1"/>
              <a:t>komandi</a:t>
            </a:r>
            <a:r>
              <a:rPr lang="en-US" dirty="0"/>
              <a:t> </a:t>
            </a:r>
          </a:p>
          <a:p>
            <a:r>
              <a:rPr lang="en-US" b="1" dirty="0"/>
              <a:t>APDS9960 </a:t>
            </a:r>
            <a:r>
              <a:rPr lang="en-US" b="1" dirty="0" err="1"/>
              <a:t>senzor</a:t>
            </a:r>
            <a:r>
              <a:rPr lang="sr-Latn-RS" b="1" dirty="0"/>
              <a:t> – </a:t>
            </a:r>
            <a:r>
              <a:rPr lang="sr-Latn-RS" dirty="0"/>
              <a:t>za </a:t>
            </a:r>
            <a:r>
              <a:rPr lang="en-US" dirty="0" err="1"/>
              <a:t>detekcij</a:t>
            </a:r>
            <a:r>
              <a:rPr lang="sr-Latn-RS" dirty="0"/>
              <a:t>u</a:t>
            </a:r>
            <a:r>
              <a:rPr lang="en-US" dirty="0"/>
              <a:t> </a:t>
            </a:r>
            <a:r>
              <a:rPr lang="en-US" dirty="0" err="1"/>
              <a:t>ambijentalnog</a:t>
            </a:r>
            <a:r>
              <a:rPr lang="en-US" dirty="0"/>
              <a:t> </a:t>
            </a:r>
            <a:r>
              <a:rPr lang="en-US" dirty="0" err="1"/>
              <a:t>osvetljenja</a:t>
            </a:r>
            <a:r>
              <a:rPr lang="en-US" dirty="0"/>
              <a:t> </a:t>
            </a:r>
          </a:p>
          <a:p>
            <a:r>
              <a:rPr lang="en-US" b="1" dirty="0"/>
              <a:t>LED diode</a:t>
            </a:r>
            <a:r>
              <a:rPr lang="sr-Latn-RS" b="1" dirty="0"/>
              <a:t> - </a:t>
            </a:r>
            <a:r>
              <a:rPr lang="en-US" dirty="0" err="1"/>
              <a:t>plava</a:t>
            </a:r>
            <a:r>
              <a:rPr lang="sr-Latn-RS" dirty="0"/>
              <a:t> i crvena</a:t>
            </a:r>
            <a:r>
              <a:rPr lang="en-US" dirty="0"/>
              <a:t> LED</a:t>
            </a:r>
          </a:p>
        </p:txBody>
      </p:sp>
    </p:spTree>
    <p:extLst>
      <p:ext uri="{BB962C8B-B14F-4D97-AF65-F5344CB8AC3E}">
        <p14:creationId xmlns:p14="http://schemas.microsoft.com/office/powerpoint/2010/main" val="810272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C3F5-4F31-F69E-99AC-D83DF920C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8AD9F-EBA0-558A-171C-94363F6BD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Cilj</a:t>
            </a:r>
            <a:r>
              <a:rPr lang="en-US" dirty="0"/>
              <a:t> </a:t>
            </a:r>
            <a:r>
              <a:rPr lang="en-US" dirty="0" err="1"/>
              <a:t>projekta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5D71D-76FF-2E72-AED1-133A2A10F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r-Latn-RS" dirty="0"/>
              <a:t>Zahtevi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prepozn</a:t>
            </a:r>
            <a:r>
              <a:rPr lang="sr-Latn-RS" dirty="0"/>
              <a:t>avan</a:t>
            </a:r>
            <a:r>
              <a:rPr lang="en-US" dirty="0"/>
              <a:t>je </a:t>
            </a:r>
            <a:r>
              <a:rPr lang="en-US" dirty="0" err="1"/>
              <a:t>glasovn</a:t>
            </a:r>
            <a:r>
              <a:rPr lang="sr-Latn-RS" dirty="0"/>
              <a:t>ih</a:t>
            </a:r>
            <a:r>
              <a:rPr lang="en-US" dirty="0"/>
              <a:t> </a:t>
            </a:r>
            <a:r>
              <a:rPr lang="en-US" dirty="0" err="1"/>
              <a:t>koman</a:t>
            </a:r>
            <a:r>
              <a:rPr lang="sr-Latn-RS" dirty="0"/>
              <a:t>di</a:t>
            </a:r>
            <a:r>
              <a:rPr lang="en-US" dirty="0"/>
              <a:t> </a:t>
            </a:r>
            <a:r>
              <a:rPr lang="en-US" dirty="0" err="1"/>
              <a:t>pomoću</a:t>
            </a:r>
            <a:r>
              <a:rPr lang="en-US" dirty="0"/>
              <a:t> Edge Impulse </a:t>
            </a:r>
            <a:r>
              <a:rPr lang="en-US" dirty="0" err="1"/>
              <a:t>modela</a:t>
            </a:r>
            <a:r>
              <a:rPr lang="sr-Latn-RS" dirty="0"/>
              <a:t>,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kori</a:t>
            </a:r>
            <a:r>
              <a:rPr lang="sr-Latn-RS" dirty="0" err="1"/>
              <a:t>šćenje</a:t>
            </a:r>
            <a:r>
              <a:rPr lang="en-US" dirty="0"/>
              <a:t> </a:t>
            </a:r>
            <a:r>
              <a:rPr lang="en-US" dirty="0" err="1"/>
              <a:t>ugrađen</a:t>
            </a:r>
            <a:r>
              <a:rPr lang="sr-Latn-RS" dirty="0"/>
              <a:t>ih</a:t>
            </a:r>
            <a:r>
              <a:rPr lang="en-US" dirty="0"/>
              <a:t> </a:t>
            </a:r>
            <a:r>
              <a:rPr lang="en-US" dirty="0" err="1"/>
              <a:t>senzor</a:t>
            </a:r>
            <a:r>
              <a:rPr lang="sr-Latn-RS" dirty="0"/>
              <a:t>a </a:t>
            </a:r>
            <a:r>
              <a:rPr lang="en-US" dirty="0"/>
              <a:t>Arduino Nano 33 BLE Sense Lite </a:t>
            </a:r>
            <a:r>
              <a:rPr lang="en-US" dirty="0" err="1"/>
              <a:t>ploče</a:t>
            </a:r>
            <a:r>
              <a:rPr lang="sr-Latn-RS" dirty="0"/>
              <a:t>,</a:t>
            </a:r>
            <a:endParaRPr lang="en-US" dirty="0"/>
          </a:p>
          <a:p>
            <a:pPr lvl="0"/>
            <a:r>
              <a:rPr lang="en-US" dirty="0" err="1"/>
              <a:t>reag</a:t>
            </a:r>
            <a:r>
              <a:rPr lang="sr-Latn-RS" dirty="0" err="1"/>
              <a:t>ovanje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događaje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upravlja</a:t>
            </a:r>
            <a:r>
              <a:rPr lang="sr-Latn-RS" dirty="0"/>
              <a:t>njem </a:t>
            </a:r>
            <a:r>
              <a:rPr lang="en-US" dirty="0" err="1"/>
              <a:t>aktuator</a:t>
            </a:r>
            <a:r>
              <a:rPr lang="sr-Latn-RS" dirty="0"/>
              <a:t>a.</a:t>
            </a:r>
          </a:p>
          <a:p>
            <a:pPr marL="0" lvl="0" indent="0">
              <a:buNone/>
            </a:pPr>
            <a:endParaRPr lang="sr-Latn-RS" dirty="0"/>
          </a:p>
          <a:p>
            <a:pPr marL="0" lvl="0" indent="0">
              <a:buNone/>
            </a:pPr>
            <a:r>
              <a:rPr lang="en-US" dirty="0" err="1"/>
              <a:t>Funkcionalnost</a:t>
            </a:r>
            <a:endParaRPr lang="en-US" dirty="0"/>
          </a:p>
          <a:p>
            <a:pPr lvl="0"/>
            <a:r>
              <a:rPr lang="en-US" dirty="0" err="1"/>
              <a:t>Komanda</a:t>
            </a:r>
            <a:r>
              <a:rPr lang="en-US" dirty="0"/>
              <a:t> </a:t>
            </a:r>
            <a:r>
              <a:rPr lang="en-US" b="1" dirty="0"/>
              <a:t>"Let`s</a:t>
            </a:r>
            <a:r>
              <a:rPr lang="sr-Latn-RS" b="1" dirty="0"/>
              <a:t> </a:t>
            </a:r>
            <a:r>
              <a:rPr lang="en-US" b="1" dirty="0"/>
              <a:t>start"</a:t>
            </a:r>
            <a:r>
              <a:rPr lang="en-US" dirty="0"/>
              <a:t> </a:t>
            </a:r>
            <a:r>
              <a:rPr lang="en-US" dirty="0" err="1"/>
              <a:t>pokreće</a:t>
            </a:r>
            <a:r>
              <a:rPr lang="en-US" dirty="0"/>
              <a:t> </a:t>
            </a:r>
            <a:r>
              <a:rPr lang="sr-Latn-RS" dirty="0"/>
              <a:t>očitavanje, aktivira se LED indikator i počinje da se o</a:t>
            </a:r>
            <a:r>
              <a:rPr lang="en-US" dirty="0" err="1"/>
              <a:t>čitava</a:t>
            </a:r>
            <a:r>
              <a:rPr lang="en-US" dirty="0"/>
              <a:t> </a:t>
            </a:r>
            <a:r>
              <a:rPr lang="en-US" dirty="0" err="1"/>
              <a:t>nivo</a:t>
            </a:r>
            <a:r>
              <a:rPr lang="en-US" dirty="0"/>
              <a:t> </a:t>
            </a:r>
            <a:r>
              <a:rPr lang="en-US" dirty="0" err="1"/>
              <a:t>osvetljenja</a:t>
            </a:r>
            <a:r>
              <a:rPr lang="sr-Latn-RS" dirty="0"/>
              <a:t>.</a:t>
            </a:r>
            <a:endParaRPr lang="en-US" dirty="0"/>
          </a:p>
          <a:p>
            <a:pPr lvl="0"/>
            <a:r>
              <a:rPr lang="en-US" dirty="0" err="1"/>
              <a:t>Ukoliko</a:t>
            </a:r>
            <a:r>
              <a:rPr lang="en-US" dirty="0"/>
              <a:t> je </a:t>
            </a:r>
            <a:r>
              <a:rPr lang="en-US" dirty="0" err="1"/>
              <a:t>osvetljenje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sr-Latn-RS" dirty="0"/>
              <a:t>će od </a:t>
            </a:r>
            <a:r>
              <a:rPr lang="sr-Latn-RS" dirty="0" err="1"/>
              <a:t>treshold</a:t>
            </a:r>
            <a:r>
              <a:rPr lang="sr-Latn-RS" dirty="0"/>
              <a:t> vrednosti</a:t>
            </a:r>
            <a:r>
              <a:rPr lang="en-US" dirty="0"/>
              <a:t> </a:t>
            </a:r>
            <a:r>
              <a:rPr lang="en-US" dirty="0" err="1"/>
              <a:t>aktivira</a:t>
            </a:r>
            <a:r>
              <a:rPr lang="en-US" dirty="0"/>
              <a:t> se LED </a:t>
            </a:r>
            <a:r>
              <a:rPr lang="en-US" dirty="0" err="1"/>
              <a:t>indikator</a:t>
            </a:r>
            <a:r>
              <a:rPr lang="sr-Latn-RS" dirty="0"/>
              <a:t>.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Komanda</a:t>
            </a:r>
            <a:r>
              <a:rPr lang="en-US" dirty="0"/>
              <a:t> </a:t>
            </a:r>
            <a:r>
              <a:rPr lang="en-US" b="1" dirty="0"/>
              <a:t>"Finish"</a:t>
            </a:r>
            <a:r>
              <a:rPr lang="en-US" dirty="0"/>
              <a:t> </a:t>
            </a:r>
            <a:r>
              <a:rPr lang="en-US" dirty="0" err="1"/>
              <a:t>zaustavlja</a:t>
            </a:r>
            <a:r>
              <a:rPr lang="en-US" dirty="0"/>
              <a:t> rad </a:t>
            </a:r>
            <a:r>
              <a:rPr lang="en-US" dirty="0" err="1"/>
              <a:t>sistema</a:t>
            </a:r>
            <a:r>
              <a:rPr lang="sr-Latn-RS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89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7AB2-6BD9-6EAC-CE2A-F60FCC919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Blok </a:t>
            </a:r>
            <a:r>
              <a:rPr lang="en-US" dirty="0" err="1"/>
              <a:t>dijagram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72D03-70E2-A4C4-C7FA-9586D12A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F85D80-48E8-1FB3-C1DF-0FC1F86658F4}"/>
              </a:ext>
            </a:extLst>
          </p:cNvPr>
          <p:cNvSpPr/>
          <p:nvPr/>
        </p:nvSpPr>
        <p:spPr>
          <a:xfrm>
            <a:off x="6705600" y="329269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dirty="0"/>
              <a:t>Mikrofon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F29BC1-D191-80FF-B1AF-3FCF4667E51E}"/>
              </a:ext>
            </a:extLst>
          </p:cNvPr>
          <p:cNvSpPr/>
          <p:nvPr/>
        </p:nvSpPr>
        <p:spPr>
          <a:xfrm>
            <a:off x="6705600" y="1383369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dirty="0" err="1"/>
              <a:t>Edge</a:t>
            </a:r>
            <a:r>
              <a:rPr lang="sr-Latn-RS" dirty="0"/>
              <a:t> Impulse model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5C55F7-F972-1C18-8B71-5BE1207F181C}"/>
              </a:ext>
            </a:extLst>
          </p:cNvPr>
          <p:cNvSpPr/>
          <p:nvPr/>
        </p:nvSpPr>
        <p:spPr>
          <a:xfrm>
            <a:off x="5200650" y="2565795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</a:t>
            </a:r>
            <a:r>
              <a:rPr lang="sr-Latn-RS" dirty="0"/>
              <a:t>Let</a:t>
            </a:r>
            <a:r>
              <a:rPr lang="en-US" dirty="0"/>
              <a:t>`s </a:t>
            </a:r>
            <a:r>
              <a:rPr lang="sr-Latn-RS" dirty="0"/>
              <a:t>start</a:t>
            </a:r>
            <a:r>
              <a:rPr lang="en-US" dirty="0"/>
              <a:t>”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40EB2A-E588-15B3-8AC2-319BC3DCC7CB}"/>
              </a:ext>
            </a:extLst>
          </p:cNvPr>
          <p:cNvSpPr/>
          <p:nvPr/>
        </p:nvSpPr>
        <p:spPr>
          <a:xfrm>
            <a:off x="8210550" y="2565795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</a:t>
            </a:r>
            <a:r>
              <a:rPr lang="sr-Latn-RS" dirty="0" err="1"/>
              <a:t>Finish</a:t>
            </a:r>
            <a:r>
              <a:rPr lang="en-US" dirty="0"/>
              <a:t>”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9D87D3-3068-31ED-344A-69CF291EE47A}"/>
              </a:ext>
            </a:extLst>
          </p:cNvPr>
          <p:cNvSpPr/>
          <p:nvPr/>
        </p:nvSpPr>
        <p:spPr>
          <a:xfrm>
            <a:off x="5200650" y="3619895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dirty="0"/>
              <a:t>Aktivacija sistema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7A9CEC-A07E-C9C1-D877-6608F4BF8A48}"/>
              </a:ext>
            </a:extLst>
          </p:cNvPr>
          <p:cNvSpPr/>
          <p:nvPr/>
        </p:nvSpPr>
        <p:spPr>
          <a:xfrm>
            <a:off x="8210550" y="3619895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dirty="0"/>
              <a:t>Zaustavljanje sistema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E2F9FE-9C63-3B93-2545-CC0992D619BB}"/>
              </a:ext>
            </a:extLst>
          </p:cNvPr>
          <p:cNvSpPr/>
          <p:nvPr/>
        </p:nvSpPr>
        <p:spPr>
          <a:xfrm>
            <a:off x="5200650" y="4802321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dirty="0"/>
              <a:t>Detekcija osvetljenja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0768CF-E141-0D6F-96FA-05F3091759AF}"/>
              </a:ext>
            </a:extLst>
          </p:cNvPr>
          <p:cNvSpPr/>
          <p:nvPr/>
        </p:nvSpPr>
        <p:spPr>
          <a:xfrm>
            <a:off x="5200650" y="5865756"/>
            <a:ext cx="150495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dirty="0"/>
              <a:t>LED indikacija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1952A5-C75D-29EE-4F45-CCFCB9E6ABA2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7458075" y="945219"/>
            <a:ext cx="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6502B2-4589-E4DD-A833-3EA2A1EC0E5A}"/>
              </a:ext>
            </a:extLst>
          </p:cNvPr>
          <p:cNvCxnSpPr>
            <a:endCxn id="8" idx="0"/>
          </p:cNvCxnSpPr>
          <p:nvPr/>
        </p:nvCxnSpPr>
        <p:spPr>
          <a:xfrm flipH="1">
            <a:off x="5953125" y="1999319"/>
            <a:ext cx="1504950" cy="566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2E5E747-83B9-F4DA-16B8-4C9280606852}"/>
              </a:ext>
            </a:extLst>
          </p:cNvPr>
          <p:cNvCxnSpPr>
            <a:endCxn id="10" idx="0"/>
          </p:cNvCxnSpPr>
          <p:nvPr/>
        </p:nvCxnSpPr>
        <p:spPr>
          <a:xfrm>
            <a:off x="7458075" y="1999319"/>
            <a:ext cx="1504950" cy="566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2B24273-96F6-5F33-02C0-EC94AC611C3A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>
            <a:off x="8963025" y="3181745"/>
            <a:ext cx="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871E39D-5A45-02BB-DED0-7A124555DBFE}"/>
              </a:ext>
            </a:extLst>
          </p:cNvPr>
          <p:cNvCxnSpPr>
            <a:endCxn id="12" idx="0"/>
          </p:cNvCxnSpPr>
          <p:nvPr/>
        </p:nvCxnSpPr>
        <p:spPr>
          <a:xfrm>
            <a:off x="5953125" y="3181745"/>
            <a:ext cx="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E865ED0-01B5-E8D8-83EC-5B689D0ABACA}"/>
              </a:ext>
            </a:extLst>
          </p:cNvPr>
          <p:cNvCxnSpPr>
            <a:endCxn id="16" idx="0"/>
          </p:cNvCxnSpPr>
          <p:nvPr/>
        </p:nvCxnSpPr>
        <p:spPr>
          <a:xfrm>
            <a:off x="5953125" y="4235845"/>
            <a:ext cx="0" cy="566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9595E5-6E45-2AC9-892F-466291E1A248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>
            <a:off x="5953125" y="5418271"/>
            <a:ext cx="0" cy="4474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5129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E3652-C73C-B59E-0622-2A416964C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Edge Impulse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1A07F-0FE3-4D28-3E1A-80AEF4BF3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Model je </a:t>
            </a:r>
            <a:r>
              <a:rPr lang="en-US" dirty="0" err="1"/>
              <a:t>treniran</a:t>
            </a:r>
            <a:r>
              <a:rPr lang="en-US" dirty="0"/>
              <a:t> u Edge Impulse </a:t>
            </a:r>
            <a:r>
              <a:rPr lang="en-US" dirty="0" err="1"/>
              <a:t>platformi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Klase</a:t>
            </a:r>
          </a:p>
          <a:p>
            <a:pPr lvl="0"/>
            <a:r>
              <a:rPr lang="en-US" dirty="0" err="1"/>
              <a:t>Lets_start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Finish </a:t>
            </a:r>
          </a:p>
          <a:p>
            <a:pPr lvl="0"/>
            <a:r>
              <a:rPr lang="en-US" dirty="0"/>
              <a:t>Noise </a:t>
            </a:r>
          </a:p>
          <a:p>
            <a:pPr marL="0" indent="0">
              <a:buNone/>
            </a:pPr>
            <a:r>
              <a:rPr lang="en-US" b="1" dirty="0" err="1"/>
              <a:t>Proces</a:t>
            </a:r>
            <a:endParaRPr lang="en-US" b="1" dirty="0"/>
          </a:p>
          <a:p>
            <a:pPr lvl="0"/>
            <a:r>
              <a:rPr lang="en-US" dirty="0" err="1"/>
              <a:t>Snimanje</a:t>
            </a:r>
            <a:r>
              <a:rPr lang="en-US" dirty="0"/>
              <a:t> audio </a:t>
            </a:r>
            <a:r>
              <a:rPr lang="en-US" dirty="0" err="1"/>
              <a:t>uzoraka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Ekstrakcija</a:t>
            </a:r>
            <a:r>
              <a:rPr lang="en-US" dirty="0"/>
              <a:t> MFCC </a:t>
            </a:r>
            <a:r>
              <a:rPr lang="en-US" dirty="0" err="1"/>
              <a:t>karakteristika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klasifikacionog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Generisanje</a:t>
            </a:r>
            <a:r>
              <a:rPr lang="en-US" dirty="0"/>
              <a:t> Arduino </a:t>
            </a:r>
            <a:r>
              <a:rPr lang="en-US" dirty="0" err="1"/>
              <a:t>biblioteke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43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E8C28-0CCF-98B1-6CF8-D6F34E0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Tok </a:t>
            </a:r>
            <a:r>
              <a:rPr lang="en-US" dirty="0" err="1"/>
              <a:t>izvršavanja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D36D-86EB-D622-AC00-B6233068B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Arduino C++ </a:t>
            </a:r>
            <a:r>
              <a:rPr lang="en-US" b="1" dirty="0" err="1"/>
              <a:t>aplikacija</a:t>
            </a:r>
            <a:r>
              <a:rPr lang="en-US" b="1" dirty="0"/>
              <a:t>:</a:t>
            </a:r>
          </a:p>
          <a:p>
            <a:pPr lvl="0"/>
            <a:r>
              <a:rPr lang="en-US" dirty="0" err="1"/>
              <a:t>Inicijalizuje</a:t>
            </a:r>
            <a:r>
              <a:rPr lang="en-US" dirty="0"/>
              <a:t> </a:t>
            </a:r>
            <a:r>
              <a:rPr lang="en-US" dirty="0" err="1"/>
              <a:t>mikrofon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Inicijalizuje</a:t>
            </a:r>
            <a:r>
              <a:rPr lang="en-US" dirty="0"/>
              <a:t> APDS9960 </a:t>
            </a:r>
            <a:r>
              <a:rPr lang="en-US" dirty="0" err="1"/>
              <a:t>senzor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Učitava</a:t>
            </a:r>
            <a:r>
              <a:rPr lang="en-US" dirty="0"/>
              <a:t> Edge Impulse model </a:t>
            </a:r>
          </a:p>
          <a:p>
            <a:pPr lvl="0"/>
            <a:r>
              <a:rPr lang="en-US" dirty="0" err="1"/>
              <a:t>Kontinuirano</a:t>
            </a:r>
            <a:r>
              <a:rPr lang="en-US" dirty="0"/>
              <a:t> </a:t>
            </a:r>
            <a:r>
              <a:rPr lang="en-US" dirty="0" err="1"/>
              <a:t>sluša</a:t>
            </a:r>
            <a:r>
              <a:rPr lang="en-US" dirty="0"/>
              <a:t> audio signal </a:t>
            </a:r>
          </a:p>
          <a:p>
            <a:pPr lvl="0"/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klasifikaciju</a:t>
            </a:r>
            <a:r>
              <a:rPr lang="en-US" dirty="0"/>
              <a:t> </a:t>
            </a:r>
            <a:r>
              <a:rPr lang="en-US" dirty="0" err="1"/>
              <a:t>glasovnih</a:t>
            </a:r>
            <a:r>
              <a:rPr lang="en-US" dirty="0"/>
              <a:t> </a:t>
            </a:r>
            <a:r>
              <a:rPr lang="en-US" dirty="0" err="1"/>
              <a:t>komandi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456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43757-4B98-313B-6635-1523A597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Detekcija</a:t>
            </a:r>
            <a:r>
              <a:rPr lang="en-US" dirty="0"/>
              <a:t> </a:t>
            </a:r>
            <a:r>
              <a:rPr lang="en-US" dirty="0" err="1"/>
              <a:t>glasovnih</a:t>
            </a:r>
            <a:r>
              <a:rPr lang="en-US" dirty="0"/>
              <a:t> </a:t>
            </a:r>
            <a:r>
              <a:rPr lang="en-US" dirty="0" err="1"/>
              <a:t>komandi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BD1B0-0EAF-4A7E-47A5-DB5485132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Postoje</a:t>
            </a:r>
            <a:r>
              <a:rPr lang="en-US" dirty="0"/>
              <a:t> 2 audio </a:t>
            </a:r>
            <a:r>
              <a:rPr lang="en-US" dirty="0" err="1"/>
              <a:t>bafera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jedan</a:t>
            </a:r>
            <a:r>
              <a:rPr lang="en-US" dirty="0"/>
              <a:t> </a:t>
            </a:r>
            <a:r>
              <a:rPr lang="en-US" dirty="0" err="1"/>
              <a:t>punio</a:t>
            </a:r>
            <a:r>
              <a:rPr lang="en-US" dirty="0"/>
              <a:t> </a:t>
            </a:r>
            <a:r>
              <a:rPr lang="en-US" dirty="0" err="1"/>
              <a:t>novim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mikrofona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se </a:t>
            </a:r>
            <a:r>
              <a:rPr lang="en-US" dirty="0" err="1"/>
              <a:t>drugi</a:t>
            </a:r>
            <a:r>
              <a:rPr lang="en-US" dirty="0"/>
              <a:t> </a:t>
            </a:r>
            <a:r>
              <a:rPr lang="en-US" dirty="0" err="1"/>
              <a:t>koristi</a:t>
            </a:r>
            <a:r>
              <a:rPr lang="en-US" dirty="0"/>
              <a:t> za ML </a:t>
            </a:r>
            <a:r>
              <a:rPr lang="en-US" dirty="0" err="1"/>
              <a:t>obradu</a:t>
            </a:r>
            <a:r>
              <a:rPr lang="en-US" dirty="0"/>
              <a:t>.</a:t>
            </a:r>
            <a:endParaRPr lang="sr-Latn-RS" dirty="0"/>
          </a:p>
          <a:p>
            <a:r>
              <a:rPr lang="sr-Latn-RS" dirty="0"/>
              <a:t>Komanda koju je prepoznao model se smatra validnom, ako je verovatnoća klasifikacije </a:t>
            </a:r>
            <a:r>
              <a:rPr lang="sr-Latn-RS" dirty="0" err="1"/>
              <a:t>value</a:t>
            </a:r>
            <a:r>
              <a:rPr lang="sr-Latn-RS" dirty="0"/>
              <a:t> &gt; 0.90.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535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9D56C-118C-6277-C747-7464B69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Detekcija osvetljenja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BE345-7391-F644-DAFB-DD884269B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Iz RGB vrednosti procenjuje se osvetljenje </a:t>
            </a:r>
            <a:r>
              <a:rPr lang="en-US" dirty="0"/>
              <a:t>light = (r + g + b) / 3;</a:t>
            </a:r>
            <a:endParaRPr lang="sr-Latn-RS" dirty="0"/>
          </a:p>
          <a:p>
            <a:r>
              <a:rPr lang="sr-Latn-RS" dirty="0"/>
              <a:t>Prag osvetljenja je definisan sa LIGHT_THRESHOLD = 120, pa ako </a:t>
            </a:r>
            <a:r>
              <a:rPr lang="sr-Latn-RS" dirty="0" err="1"/>
              <a:t>light</a:t>
            </a:r>
            <a:r>
              <a:rPr lang="en-US" dirty="0"/>
              <a:t>&gt;</a:t>
            </a:r>
            <a:r>
              <a:rPr lang="sr-Latn-RS" dirty="0"/>
              <a:t>120 crvena LED se uključuje.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624475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1993</TotalTime>
  <Words>327</Words>
  <Application>Microsoft Office PowerPoint</Application>
  <PresentationFormat>Widescreen</PresentationFormat>
  <Paragraphs>55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Corbel</vt:lpstr>
      <vt:lpstr>Wingdings 2</vt:lpstr>
      <vt:lpstr>Frame</vt:lpstr>
      <vt:lpstr>Sveprisutno računarstvo</vt:lpstr>
      <vt:lpstr>Projekat 2</vt:lpstr>
      <vt:lpstr>Korišćeni hardver</vt:lpstr>
      <vt:lpstr>Cilj projekta</vt:lpstr>
      <vt:lpstr>Blok dijagram</vt:lpstr>
      <vt:lpstr>Edge Impulse model</vt:lpstr>
      <vt:lpstr>Tok izvršavanja</vt:lpstr>
      <vt:lpstr>Detekcija glasovnih komandi</vt:lpstr>
      <vt:lpstr>Detekcija osvetljenja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Anja Tonsa Milovanović</dc:creator>
  <cp:lastModifiedBy>Anja Tonsa Milovanović</cp:lastModifiedBy>
  <cp:revision>15</cp:revision>
  <dcterms:created xsi:type="dcterms:W3CDTF">2026-08-21T12:20:22Z</dcterms:created>
  <dcterms:modified xsi:type="dcterms:W3CDTF">2026-08-22T21:39:41Z</dcterms:modified>
</cp:coreProperties>
</file>